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9144000" cy="6858000" type="screen4x3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Layout" Target="slideLayouts/slideLayout1.xml"/>
</Relationships>
</file>

<file path=ppt/slideLayouts/slideLayout1.xml><?xml version="1.0" encoding="utf-8"?>
<p:sldLayout xmlns:a="http://schemas.openxmlformats.org/drawingml/2006/main" xmlns:p="http://schemas.openxmlformats.org/presentationml/2006/main">
  <p:cSld>
    <p:spTree/>
  </p:cSld>
</p:sldLayout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 1"/>
          <p:cNvSpPr>
            <a:spPr>
              <a:xfrm>
                <a:off x="457200" y="274638"/>
                <a:ext cx="8229600" cy="1143000"/>
              </a:xfrm>
              <a:prstGeom prst="rect"/>
            </a:spPr>
          </p:cNvSpPr>
          <p:nvPr/>
        </p:nvSpPr>
        <p:txBody>
          <a:bodyPr/>
          <a:lstStyle/>
          <a:p>
            <a:r>
              <a:rPr lang="en-US"/>
              <a:t>Sample Presentation</a:t>
            </a:r>
          </a:p>
        </p:txBody>
      </p:sp>
    </p:spTree>
  </p:cSld>
</p:sld>
</file>